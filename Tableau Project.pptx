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BC21BC6-21E1-4809-86C5-2E849FB0ACC6}" v="5" dt="2026-07-03T12:45:13.30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1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ayushi Ghosh" userId="9b7a174b84c3c347" providerId="LiveId" clId="{F7EDACA2-E0C4-4B10-9166-AB862456FBE4}"/>
    <pc:docChg chg="custSel modSld">
      <pc:chgData name="Aayushi Ghosh" userId="9b7a174b84c3c347" providerId="LiveId" clId="{F7EDACA2-E0C4-4B10-9166-AB862456FBE4}" dt="2026-07-03T13:44:20.445" v="163" actId="403"/>
      <pc:docMkLst>
        <pc:docMk/>
      </pc:docMkLst>
      <pc:sldChg chg="delSp modSp mod">
        <pc:chgData name="Aayushi Ghosh" userId="9b7a174b84c3c347" providerId="LiveId" clId="{F7EDACA2-E0C4-4B10-9166-AB862456FBE4}" dt="2026-07-03T12:48:24.329" v="159" actId="1076"/>
        <pc:sldMkLst>
          <pc:docMk/>
          <pc:sldMk cId="0" sldId="256"/>
        </pc:sldMkLst>
        <pc:spChg chg="del">
          <ac:chgData name="Aayushi Ghosh" userId="9b7a174b84c3c347" providerId="LiveId" clId="{F7EDACA2-E0C4-4B10-9166-AB862456FBE4}" dt="2026-07-03T12:47:54.515" v="154" actId="478"/>
          <ac:spMkLst>
            <pc:docMk/>
            <pc:sldMk cId="0" sldId="256"/>
            <ac:spMk id="2" creationId="{00000000-0000-0000-0000-000000000000}"/>
          </ac:spMkLst>
        </pc:spChg>
        <pc:spChg chg="del">
          <ac:chgData name="Aayushi Ghosh" userId="9b7a174b84c3c347" providerId="LiveId" clId="{F7EDACA2-E0C4-4B10-9166-AB862456FBE4}" dt="2026-07-03T12:47:56.815" v="155" actId="478"/>
          <ac:spMkLst>
            <pc:docMk/>
            <pc:sldMk cId="0" sldId="256"/>
            <ac:spMk id="3" creationId="{00000000-0000-0000-0000-000000000000}"/>
          </ac:spMkLst>
        </pc:spChg>
        <pc:spChg chg="mod">
          <ac:chgData name="Aayushi Ghosh" userId="9b7a174b84c3c347" providerId="LiveId" clId="{F7EDACA2-E0C4-4B10-9166-AB862456FBE4}" dt="2026-07-03T12:48:10.175" v="157" actId="1076"/>
          <ac:spMkLst>
            <pc:docMk/>
            <pc:sldMk cId="0" sldId="256"/>
            <ac:spMk id="5" creationId="{00000000-0000-0000-0000-000000000000}"/>
          </ac:spMkLst>
        </pc:spChg>
        <pc:spChg chg="mod">
          <ac:chgData name="Aayushi Ghosh" userId="9b7a174b84c3c347" providerId="LiveId" clId="{F7EDACA2-E0C4-4B10-9166-AB862456FBE4}" dt="2026-07-03T12:48:10.175" v="157" actId="1076"/>
          <ac:spMkLst>
            <pc:docMk/>
            <pc:sldMk cId="0" sldId="256"/>
            <ac:spMk id="6" creationId="{00000000-0000-0000-0000-000000000000}"/>
          </ac:spMkLst>
        </pc:spChg>
        <pc:spChg chg="mod">
          <ac:chgData name="Aayushi Ghosh" userId="9b7a174b84c3c347" providerId="LiveId" clId="{F7EDACA2-E0C4-4B10-9166-AB862456FBE4}" dt="2026-07-03T12:48:10.175" v="157" actId="1076"/>
          <ac:spMkLst>
            <pc:docMk/>
            <pc:sldMk cId="0" sldId="256"/>
            <ac:spMk id="7" creationId="{00000000-0000-0000-0000-000000000000}"/>
          </ac:spMkLst>
        </pc:spChg>
        <pc:spChg chg="mod">
          <ac:chgData name="Aayushi Ghosh" userId="9b7a174b84c3c347" providerId="LiveId" clId="{F7EDACA2-E0C4-4B10-9166-AB862456FBE4}" dt="2026-07-03T12:48:16.010" v="158" actId="1076"/>
          <ac:spMkLst>
            <pc:docMk/>
            <pc:sldMk cId="0" sldId="256"/>
            <ac:spMk id="8" creationId="{00000000-0000-0000-0000-000000000000}"/>
          </ac:spMkLst>
        </pc:spChg>
        <pc:spChg chg="mod">
          <ac:chgData name="Aayushi Ghosh" userId="9b7a174b84c3c347" providerId="LiveId" clId="{F7EDACA2-E0C4-4B10-9166-AB862456FBE4}" dt="2026-07-03T12:48:16.010" v="158" actId="1076"/>
          <ac:spMkLst>
            <pc:docMk/>
            <pc:sldMk cId="0" sldId="256"/>
            <ac:spMk id="10" creationId="{00000000-0000-0000-0000-000000000000}"/>
          </ac:spMkLst>
        </pc:spChg>
        <pc:spChg chg="mod">
          <ac:chgData name="Aayushi Ghosh" userId="9b7a174b84c3c347" providerId="LiveId" clId="{F7EDACA2-E0C4-4B10-9166-AB862456FBE4}" dt="2026-07-03T12:48:16.010" v="158" actId="1076"/>
          <ac:spMkLst>
            <pc:docMk/>
            <pc:sldMk cId="0" sldId="256"/>
            <ac:spMk id="11" creationId="{00000000-0000-0000-0000-000000000000}"/>
          </ac:spMkLst>
        </pc:spChg>
        <pc:spChg chg="mod">
          <ac:chgData name="Aayushi Ghosh" userId="9b7a174b84c3c347" providerId="LiveId" clId="{F7EDACA2-E0C4-4B10-9166-AB862456FBE4}" dt="2026-07-03T12:48:16.010" v="158" actId="1076"/>
          <ac:spMkLst>
            <pc:docMk/>
            <pc:sldMk cId="0" sldId="256"/>
            <ac:spMk id="13" creationId="{00000000-0000-0000-0000-000000000000}"/>
          </ac:spMkLst>
        </pc:spChg>
        <pc:spChg chg="mod">
          <ac:chgData name="Aayushi Ghosh" userId="9b7a174b84c3c347" providerId="LiveId" clId="{F7EDACA2-E0C4-4B10-9166-AB862456FBE4}" dt="2026-07-03T12:48:16.010" v="158" actId="1076"/>
          <ac:spMkLst>
            <pc:docMk/>
            <pc:sldMk cId="0" sldId="256"/>
            <ac:spMk id="14" creationId="{00000000-0000-0000-0000-000000000000}"/>
          </ac:spMkLst>
        </pc:spChg>
        <pc:spChg chg="mod">
          <ac:chgData name="Aayushi Ghosh" userId="9b7a174b84c3c347" providerId="LiveId" clId="{F7EDACA2-E0C4-4B10-9166-AB862456FBE4}" dt="2026-07-03T12:48:16.010" v="158" actId="1076"/>
          <ac:spMkLst>
            <pc:docMk/>
            <pc:sldMk cId="0" sldId="256"/>
            <ac:spMk id="16" creationId="{00000000-0000-0000-0000-000000000000}"/>
          </ac:spMkLst>
        </pc:spChg>
        <pc:spChg chg="mod">
          <ac:chgData name="Aayushi Ghosh" userId="9b7a174b84c3c347" providerId="LiveId" clId="{F7EDACA2-E0C4-4B10-9166-AB862456FBE4}" dt="2026-07-03T12:48:16.010" v="158" actId="1076"/>
          <ac:spMkLst>
            <pc:docMk/>
            <pc:sldMk cId="0" sldId="256"/>
            <ac:spMk id="17" creationId="{00000000-0000-0000-0000-000000000000}"/>
          </ac:spMkLst>
        </pc:spChg>
        <pc:spChg chg="mod">
          <ac:chgData name="Aayushi Ghosh" userId="9b7a174b84c3c347" providerId="LiveId" clId="{F7EDACA2-E0C4-4B10-9166-AB862456FBE4}" dt="2026-07-03T12:48:16.010" v="158" actId="1076"/>
          <ac:spMkLst>
            <pc:docMk/>
            <pc:sldMk cId="0" sldId="256"/>
            <ac:spMk id="19" creationId="{00000000-0000-0000-0000-000000000000}"/>
          </ac:spMkLst>
        </pc:spChg>
        <pc:spChg chg="mod">
          <ac:chgData name="Aayushi Ghosh" userId="9b7a174b84c3c347" providerId="LiveId" clId="{F7EDACA2-E0C4-4B10-9166-AB862456FBE4}" dt="2026-07-03T12:48:24.329" v="159" actId="1076"/>
          <ac:spMkLst>
            <pc:docMk/>
            <pc:sldMk cId="0" sldId="256"/>
            <ac:spMk id="20" creationId="{00000000-0000-0000-0000-000000000000}"/>
          </ac:spMkLst>
        </pc:spChg>
        <pc:spChg chg="mod">
          <ac:chgData name="Aayushi Ghosh" userId="9b7a174b84c3c347" providerId="LiveId" clId="{F7EDACA2-E0C4-4B10-9166-AB862456FBE4}" dt="2026-07-03T12:48:24.329" v="159" actId="1076"/>
          <ac:spMkLst>
            <pc:docMk/>
            <pc:sldMk cId="0" sldId="256"/>
            <ac:spMk id="21" creationId="{00000000-0000-0000-0000-000000000000}"/>
          </ac:spMkLst>
        </pc:spChg>
        <pc:spChg chg="mod">
          <ac:chgData name="Aayushi Ghosh" userId="9b7a174b84c3c347" providerId="LiveId" clId="{F7EDACA2-E0C4-4B10-9166-AB862456FBE4}" dt="2026-07-03T12:48:24.329" v="159" actId="1076"/>
          <ac:spMkLst>
            <pc:docMk/>
            <pc:sldMk cId="0" sldId="256"/>
            <ac:spMk id="22" creationId="{00000000-0000-0000-0000-000000000000}"/>
          </ac:spMkLst>
        </pc:spChg>
        <pc:spChg chg="mod">
          <ac:chgData name="Aayushi Ghosh" userId="9b7a174b84c3c347" providerId="LiveId" clId="{F7EDACA2-E0C4-4B10-9166-AB862456FBE4}" dt="2026-07-03T12:48:24.329" v="159" actId="1076"/>
          <ac:spMkLst>
            <pc:docMk/>
            <pc:sldMk cId="0" sldId="256"/>
            <ac:spMk id="23" creationId="{00000000-0000-0000-0000-000000000000}"/>
          </ac:spMkLst>
        </pc:spChg>
        <pc:spChg chg="del">
          <ac:chgData name="Aayushi Ghosh" userId="9b7a174b84c3c347" providerId="LiveId" clId="{F7EDACA2-E0C4-4B10-9166-AB862456FBE4}" dt="2026-07-03T12:47:39.921" v="153" actId="478"/>
          <ac:spMkLst>
            <pc:docMk/>
            <pc:sldMk cId="0" sldId="256"/>
            <ac:spMk id="24" creationId="{00000000-0000-0000-0000-000000000000}"/>
          </ac:spMkLst>
        </pc:spChg>
        <pc:spChg chg="mod">
          <ac:chgData name="Aayushi Ghosh" userId="9b7a174b84c3c347" providerId="LiveId" clId="{F7EDACA2-E0C4-4B10-9166-AB862456FBE4}" dt="2026-07-03T12:48:24.329" v="159" actId="1076"/>
          <ac:spMkLst>
            <pc:docMk/>
            <pc:sldMk cId="0" sldId="256"/>
            <ac:spMk id="25" creationId="{00000000-0000-0000-0000-000000000000}"/>
          </ac:spMkLst>
        </pc:spChg>
        <pc:picChg chg="mod">
          <ac:chgData name="Aayushi Ghosh" userId="9b7a174b84c3c347" providerId="LiveId" clId="{F7EDACA2-E0C4-4B10-9166-AB862456FBE4}" dt="2026-07-03T12:48:01.813" v="156" actId="14100"/>
          <ac:picMkLst>
            <pc:docMk/>
            <pc:sldMk cId="0" sldId="256"/>
            <ac:picMk id="4" creationId="{00000000-0000-0000-0000-000000000000}"/>
          </ac:picMkLst>
        </pc:picChg>
        <pc:picChg chg="mod">
          <ac:chgData name="Aayushi Ghosh" userId="9b7a174b84c3c347" providerId="LiveId" clId="{F7EDACA2-E0C4-4B10-9166-AB862456FBE4}" dt="2026-07-03T12:48:16.010" v="158" actId="1076"/>
          <ac:picMkLst>
            <pc:docMk/>
            <pc:sldMk cId="0" sldId="256"/>
            <ac:picMk id="9" creationId="{00000000-0000-0000-0000-000000000000}"/>
          </ac:picMkLst>
        </pc:picChg>
        <pc:picChg chg="mod">
          <ac:chgData name="Aayushi Ghosh" userId="9b7a174b84c3c347" providerId="LiveId" clId="{F7EDACA2-E0C4-4B10-9166-AB862456FBE4}" dt="2026-07-03T12:48:16.010" v="158" actId="1076"/>
          <ac:picMkLst>
            <pc:docMk/>
            <pc:sldMk cId="0" sldId="256"/>
            <ac:picMk id="15" creationId="{00000000-0000-0000-0000-000000000000}"/>
          </ac:picMkLst>
        </pc:picChg>
      </pc:sldChg>
      <pc:sldChg chg="delSp modSp mod">
        <pc:chgData name="Aayushi Ghosh" userId="9b7a174b84c3c347" providerId="LiveId" clId="{F7EDACA2-E0C4-4B10-9166-AB862456FBE4}" dt="2026-07-03T13:44:20.445" v="163" actId="403"/>
        <pc:sldMkLst>
          <pc:docMk/>
          <pc:sldMk cId="0" sldId="257"/>
        </pc:sldMkLst>
        <pc:spChg chg="mod">
          <ac:chgData name="Aayushi Ghosh" userId="9b7a174b84c3c347" providerId="LiveId" clId="{F7EDACA2-E0C4-4B10-9166-AB862456FBE4}" dt="2026-07-03T13:44:20.445" v="163" actId="403"/>
          <ac:spMkLst>
            <pc:docMk/>
            <pc:sldMk cId="0" sldId="257"/>
            <ac:spMk id="12" creationId="{00000000-0000-0000-0000-000000000000}"/>
          </ac:spMkLst>
        </pc:spChg>
        <pc:spChg chg="mod">
          <ac:chgData name="Aayushi Ghosh" userId="9b7a174b84c3c347" providerId="LiveId" clId="{F7EDACA2-E0C4-4B10-9166-AB862456FBE4}" dt="2026-07-03T13:44:16.520" v="162" actId="404"/>
          <ac:spMkLst>
            <pc:docMk/>
            <pc:sldMk cId="0" sldId="257"/>
            <ac:spMk id="14" creationId="{00000000-0000-0000-0000-000000000000}"/>
          </ac:spMkLst>
        </pc:spChg>
        <pc:spChg chg="del">
          <ac:chgData name="Aayushi Ghosh" userId="9b7a174b84c3c347" providerId="LiveId" clId="{F7EDACA2-E0C4-4B10-9166-AB862456FBE4}" dt="2026-07-03T12:47:35.945" v="152" actId="478"/>
          <ac:spMkLst>
            <pc:docMk/>
            <pc:sldMk cId="0" sldId="257"/>
            <ac:spMk id="17" creationId="{00000000-0000-0000-0000-000000000000}"/>
          </ac:spMkLst>
        </pc:spChg>
      </pc:sldChg>
      <pc:sldChg chg="delSp modSp mod">
        <pc:chgData name="Aayushi Ghosh" userId="9b7a174b84c3c347" providerId="LiveId" clId="{F7EDACA2-E0C4-4B10-9166-AB862456FBE4}" dt="2026-07-03T12:47:32.133" v="151" actId="478"/>
        <pc:sldMkLst>
          <pc:docMk/>
          <pc:sldMk cId="0" sldId="258"/>
        </pc:sldMkLst>
        <pc:spChg chg="mod">
          <ac:chgData name="Aayushi Ghosh" userId="9b7a174b84c3c347" providerId="LiveId" clId="{F7EDACA2-E0C4-4B10-9166-AB862456FBE4}" dt="2026-07-03T12:41:43.026" v="32" actId="14100"/>
          <ac:spMkLst>
            <pc:docMk/>
            <pc:sldMk cId="0" sldId="258"/>
            <ac:spMk id="4" creationId="{00000000-0000-0000-0000-000000000000}"/>
          </ac:spMkLst>
        </pc:spChg>
        <pc:spChg chg="mod">
          <ac:chgData name="Aayushi Ghosh" userId="9b7a174b84c3c347" providerId="LiveId" clId="{F7EDACA2-E0C4-4B10-9166-AB862456FBE4}" dt="2026-07-03T12:41:26.710" v="31" actId="20577"/>
          <ac:spMkLst>
            <pc:docMk/>
            <pc:sldMk cId="0" sldId="258"/>
            <ac:spMk id="9" creationId="{00000000-0000-0000-0000-000000000000}"/>
          </ac:spMkLst>
        </pc:spChg>
        <pc:spChg chg="del">
          <ac:chgData name="Aayushi Ghosh" userId="9b7a174b84c3c347" providerId="LiveId" clId="{F7EDACA2-E0C4-4B10-9166-AB862456FBE4}" dt="2026-07-03T12:47:32.133" v="151" actId="478"/>
          <ac:spMkLst>
            <pc:docMk/>
            <pc:sldMk cId="0" sldId="258"/>
            <ac:spMk id="12" creationId="{00000000-0000-0000-0000-000000000000}"/>
          </ac:spMkLst>
        </pc:spChg>
      </pc:sldChg>
      <pc:sldChg chg="delSp modSp mod">
        <pc:chgData name="Aayushi Ghosh" userId="9b7a174b84c3c347" providerId="LiveId" clId="{F7EDACA2-E0C4-4B10-9166-AB862456FBE4}" dt="2026-07-03T12:47:28.867" v="150" actId="478"/>
        <pc:sldMkLst>
          <pc:docMk/>
          <pc:sldMk cId="0" sldId="259"/>
        </pc:sldMkLst>
        <pc:spChg chg="mod">
          <ac:chgData name="Aayushi Ghosh" userId="9b7a174b84c3c347" providerId="LiveId" clId="{F7EDACA2-E0C4-4B10-9166-AB862456FBE4}" dt="2026-07-03T12:42:06.166" v="65" actId="1036"/>
          <ac:spMkLst>
            <pc:docMk/>
            <pc:sldMk cId="0" sldId="259"/>
            <ac:spMk id="11" creationId="{00000000-0000-0000-0000-000000000000}"/>
          </ac:spMkLst>
        </pc:spChg>
        <pc:spChg chg="mod">
          <ac:chgData name="Aayushi Ghosh" userId="9b7a174b84c3c347" providerId="LiveId" clId="{F7EDACA2-E0C4-4B10-9166-AB862456FBE4}" dt="2026-07-03T12:42:11.384" v="74" actId="1036"/>
          <ac:spMkLst>
            <pc:docMk/>
            <pc:sldMk cId="0" sldId="259"/>
            <ac:spMk id="16" creationId="{00000000-0000-0000-0000-000000000000}"/>
          </ac:spMkLst>
        </pc:spChg>
        <pc:spChg chg="mod">
          <ac:chgData name="Aayushi Ghosh" userId="9b7a174b84c3c347" providerId="LiveId" clId="{F7EDACA2-E0C4-4B10-9166-AB862456FBE4}" dt="2026-07-03T12:42:02.037" v="55" actId="1036"/>
          <ac:spMkLst>
            <pc:docMk/>
            <pc:sldMk cId="0" sldId="259"/>
            <ac:spMk id="21" creationId="{00000000-0000-0000-0000-000000000000}"/>
          </ac:spMkLst>
        </pc:spChg>
        <pc:spChg chg="mod">
          <ac:chgData name="Aayushi Ghosh" userId="9b7a174b84c3c347" providerId="LiveId" clId="{F7EDACA2-E0C4-4B10-9166-AB862456FBE4}" dt="2026-07-03T12:42:15.995" v="83" actId="1036"/>
          <ac:spMkLst>
            <pc:docMk/>
            <pc:sldMk cId="0" sldId="259"/>
            <ac:spMk id="26" creationId="{00000000-0000-0000-0000-000000000000}"/>
          </ac:spMkLst>
        </pc:spChg>
        <pc:spChg chg="mod">
          <ac:chgData name="Aayushi Ghosh" userId="9b7a174b84c3c347" providerId="LiveId" clId="{F7EDACA2-E0C4-4B10-9166-AB862456FBE4}" dt="2026-07-03T12:41:57.237" v="43" actId="1036"/>
          <ac:spMkLst>
            <pc:docMk/>
            <pc:sldMk cId="0" sldId="259"/>
            <ac:spMk id="31" creationId="{00000000-0000-0000-0000-000000000000}"/>
          </ac:spMkLst>
        </pc:spChg>
        <pc:spChg chg="mod">
          <ac:chgData name="Aayushi Ghosh" userId="9b7a174b84c3c347" providerId="LiveId" clId="{F7EDACA2-E0C4-4B10-9166-AB862456FBE4}" dt="2026-07-03T12:42:54.844" v="94" actId="1036"/>
          <ac:spMkLst>
            <pc:docMk/>
            <pc:sldMk cId="0" sldId="259"/>
            <ac:spMk id="36" creationId="{00000000-0000-0000-0000-000000000000}"/>
          </ac:spMkLst>
        </pc:spChg>
        <pc:spChg chg="del">
          <ac:chgData name="Aayushi Ghosh" userId="9b7a174b84c3c347" providerId="LiveId" clId="{F7EDACA2-E0C4-4B10-9166-AB862456FBE4}" dt="2026-07-03T12:47:28.867" v="150" actId="478"/>
          <ac:spMkLst>
            <pc:docMk/>
            <pc:sldMk cId="0" sldId="259"/>
            <ac:spMk id="39" creationId="{00000000-0000-0000-0000-000000000000}"/>
          </ac:spMkLst>
        </pc:spChg>
      </pc:sldChg>
      <pc:sldChg chg="delSp modSp mod">
        <pc:chgData name="Aayushi Ghosh" userId="9b7a174b84c3c347" providerId="LiveId" clId="{F7EDACA2-E0C4-4B10-9166-AB862456FBE4}" dt="2026-07-03T12:47:25.273" v="149" actId="478"/>
        <pc:sldMkLst>
          <pc:docMk/>
          <pc:sldMk cId="0" sldId="260"/>
        </pc:sldMkLst>
        <pc:spChg chg="del">
          <ac:chgData name="Aayushi Ghosh" userId="9b7a174b84c3c347" providerId="LiveId" clId="{F7EDACA2-E0C4-4B10-9166-AB862456FBE4}" dt="2026-07-03T12:47:21.902" v="148" actId="478"/>
          <ac:spMkLst>
            <pc:docMk/>
            <pc:sldMk cId="0" sldId="260"/>
            <ac:spMk id="2" creationId="{00000000-0000-0000-0000-000000000000}"/>
          </ac:spMkLst>
        </pc:spChg>
        <pc:spChg chg="mod">
          <ac:chgData name="Aayushi Ghosh" userId="9b7a174b84c3c347" providerId="LiveId" clId="{F7EDACA2-E0C4-4B10-9166-AB862456FBE4}" dt="2026-07-03T12:43:04.405" v="95" actId="14100"/>
          <ac:spMkLst>
            <pc:docMk/>
            <pc:sldMk cId="0" sldId="260"/>
            <ac:spMk id="22" creationId="{00000000-0000-0000-0000-000000000000}"/>
          </ac:spMkLst>
        </pc:spChg>
        <pc:spChg chg="del">
          <ac:chgData name="Aayushi Ghosh" userId="9b7a174b84c3c347" providerId="LiveId" clId="{F7EDACA2-E0C4-4B10-9166-AB862456FBE4}" dt="2026-07-03T12:36:54.216" v="9" actId="478"/>
          <ac:spMkLst>
            <pc:docMk/>
            <pc:sldMk cId="0" sldId="260"/>
            <ac:spMk id="24" creationId="{00000000-0000-0000-0000-000000000000}"/>
          </ac:spMkLst>
        </pc:spChg>
        <pc:spChg chg="del">
          <ac:chgData name="Aayushi Ghosh" userId="9b7a174b84c3c347" providerId="LiveId" clId="{F7EDACA2-E0C4-4B10-9166-AB862456FBE4}" dt="2026-07-03T12:36:57.865" v="10" actId="478"/>
          <ac:spMkLst>
            <pc:docMk/>
            <pc:sldMk cId="0" sldId="260"/>
            <ac:spMk id="25" creationId="{00000000-0000-0000-0000-000000000000}"/>
          </ac:spMkLst>
        </pc:spChg>
        <pc:spChg chg="mod">
          <ac:chgData name="Aayushi Ghosh" userId="9b7a174b84c3c347" providerId="LiveId" clId="{F7EDACA2-E0C4-4B10-9166-AB862456FBE4}" dt="2026-07-03T12:37:10.111" v="14" actId="1076"/>
          <ac:spMkLst>
            <pc:docMk/>
            <pc:sldMk cId="0" sldId="260"/>
            <ac:spMk id="26" creationId="{00000000-0000-0000-0000-000000000000}"/>
          </ac:spMkLst>
        </pc:spChg>
        <pc:spChg chg="mod">
          <ac:chgData name="Aayushi Ghosh" userId="9b7a174b84c3c347" providerId="LiveId" clId="{F7EDACA2-E0C4-4B10-9166-AB862456FBE4}" dt="2026-07-03T12:46:50.398" v="147" actId="403"/>
          <ac:spMkLst>
            <pc:docMk/>
            <pc:sldMk cId="0" sldId="260"/>
            <ac:spMk id="28" creationId="{00000000-0000-0000-0000-000000000000}"/>
          </ac:spMkLst>
        </pc:spChg>
        <pc:spChg chg="mod">
          <ac:chgData name="Aayushi Ghosh" userId="9b7a174b84c3c347" providerId="LiveId" clId="{F7EDACA2-E0C4-4B10-9166-AB862456FBE4}" dt="2026-07-03T12:46:38.408" v="126" actId="20577"/>
          <ac:spMkLst>
            <pc:docMk/>
            <pc:sldMk cId="0" sldId="260"/>
            <ac:spMk id="29" creationId="{00000000-0000-0000-0000-000000000000}"/>
          </ac:spMkLst>
        </pc:spChg>
        <pc:spChg chg="del">
          <ac:chgData name="Aayushi Ghosh" userId="9b7a174b84c3c347" providerId="LiveId" clId="{F7EDACA2-E0C4-4B10-9166-AB862456FBE4}" dt="2026-07-03T12:47:25.273" v="149" actId="478"/>
          <ac:spMkLst>
            <pc:docMk/>
            <pc:sldMk cId="0" sldId="260"/>
            <ac:spMk id="30" creationId="{00000000-0000-0000-0000-000000000000}"/>
          </ac:spMkLst>
        </pc:spChg>
        <pc:picChg chg="del">
          <ac:chgData name="Aayushi Ghosh" userId="9b7a174b84c3c347" providerId="LiveId" clId="{F7EDACA2-E0C4-4B10-9166-AB862456FBE4}" dt="2026-07-03T12:36:59.385" v="11" actId="478"/>
          <ac:picMkLst>
            <pc:docMk/>
            <pc:sldMk cId="0" sldId="260"/>
            <ac:picMk id="23" creationId="{00000000-0000-0000-0000-000000000000}"/>
          </ac:picMkLst>
        </pc:picChg>
        <pc:picChg chg="mod">
          <ac:chgData name="Aayushi Ghosh" userId="9b7a174b84c3c347" providerId="LiveId" clId="{F7EDACA2-E0C4-4B10-9166-AB862456FBE4}" dt="2026-07-03T12:46:43.581" v="137" actId="1035"/>
          <ac:picMkLst>
            <pc:docMk/>
            <pc:sldMk cId="0" sldId="260"/>
            <ac:picMk id="27" creationId="{00000000-0000-0000-0000-000000000000}"/>
          </ac:picMkLst>
        </pc:pic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Avg. Human Capital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B2B3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United States</c:v>
                </c:pt>
                <c:pt idx="1">
                  <c:v>Germany</c:v>
                </c:pt>
                <c:pt idx="2">
                  <c:v>Australia</c:v>
                </c:pt>
                <c:pt idx="3">
                  <c:v>China</c:v>
                </c:pt>
                <c:pt idx="4">
                  <c:v>India</c:v>
                </c:pt>
                <c:pt idx="5">
                  <c:v>Nigeria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3.645</c:v>
                </c:pt>
                <c:pt idx="1">
                  <c:v>3.6040000000000001</c:v>
                </c:pt>
                <c:pt idx="2">
                  <c:v>3.4980000000000002</c:v>
                </c:pt>
                <c:pt idx="3">
                  <c:v>2.4169999999999998</c:v>
                </c:pt>
                <c:pt idx="4">
                  <c:v>1.9</c:v>
                </c:pt>
                <c:pt idx="5">
                  <c:v>1.663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7AF-4D32-B75D-F21EF1DF87D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742957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chart" Target="../charts/chart1.xml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9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A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502920"/>
            <a:ext cx="731520" cy="7315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1367589"/>
            <a:ext cx="8778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MARKET ATTRACTIVENESS ANALYSIS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548640" y="2007669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Global Business Expansion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548640" y="2647749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FA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Evaluating expansion readiness using macroeconomic strength, productivity, and human capital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48640" y="3515226"/>
            <a:ext cx="2514600" cy="1051560"/>
          </a:xfrm>
          <a:prstGeom prst="roundRect">
            <a:avLst>
              <a:gd name="adj" fmla="val 6957"/>
            </a:avLst>
          </a:prstGeom>
          <a:solidFill>
            <a:srgbClr val="12314F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698106"/>
            <a:ext cx="320040" cy="3200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85800" y="4036434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 &amp; GDP per capita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3246120" y="3515226"/>
            <a:ext cx="2514600" cy="1051560"/>
          </a:xfrm>
          <a:prstGeom prst="roundRect">
            <a:avLst>
              <a:gd name="adj" fmla="val 6957"/>
            </a:avLst>
          </a:prstGeom>
          <a:solidFill>
            <a:srgbClr val="12314F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29000" y="3698106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383280" y="4036434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capital</a:t>
            </a:r>
            <a:endParaRPr lang="en-US" sz="1100" dirty="0"/>
          </a:p>
        </p:txBody>
      </p:sp>
      <p:sp>
        <p:nvSpPr>
          <p:cNvPr id="14" name="Shape 9"/>
          <p:cNvSpPr/>
          <p:nvPr/>
        </p:nvSpPr>
        <p:spPr>
          <a:xfrm>
            <a:off x="5943600" y="3515226"/>
            <a:ext cx="2514600" cy="1051560"/>
          </a:xfrm>
          <a:prstGeom prst="roundRect">
            <a:avLst>
              <a:gd name="adj" fmla="val 6957"/>
            </a:avLst>
          </a:prstGeom>
          <a:solidFill>
            <a:srgbClr val="12314F"/>
          </a:solidFill>
          <a:ln/>
        </p:spPr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26480" y="3698106"/>
            <a:ext cx="320040" cy="32004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6080760" y="4036434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Labour productivity</a:t>
            </a:r>
            <a:endParaRPr lang="en-US" sz="1100" dirty="0"/>
          </a:p>
        </p:txBody>
      </p:sp>
      <p:sp>
        <p:nvSpPr>
          <p:cNvPr id="17" name="Shape 11"/>
          <p:cNvSpPr/>
          <p:nvPr/>
        </p:nvSpPr>
        <p:spPr>
          <a:xfrm>
            <a:off x="8641080" y="3515226"/>
            <a:ext cx="2514600" cy="1051560"/>
          </a:xfrm>
          <a:prstGeom prst="roundRect">
            <a:avLst>
              <a:gd name="adj" fmla="val 6957"/>
            </a:avLst>
          </a:prstGeom>
          <a:solidFill>
            <a:srgbClr val="12314F"/>
          </a:solidFill>
          <a:ln/>
        </p:spPr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23960" y="3698106"/>
            <a:ext cx="320040" cy="32004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8778240" y="4036434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 rate &amp; TFP</a:t>
            </a:r>
            <a:endParaRPr lang="en-US" sz="1100" dirty="0"/>
          </a:p>
        </p:txBody>
      </p:sp>
      <p:sp>
        <p:nvSpPr>
          <p:cNvPr id="20" name="Text 13"/>
          <p:cNvSpPr/>
          <p:nvPr/>
        </p:nvSpPr>
        <p:spPr>
          <a:xfrm>
            <a:off x="525539" y="4840545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source: 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Penn World Table (PWT 11.0)</a:t>
            </a:r>
            <a:endParaRPr lang="en-US" sz="1250" dirty="0"/>
          </a:p>
        </p:txBody>
      </p:sp>
      <p:sp>
        <p:nvSpPr>
          <p:cNvPr id="21" name="Text 14"/>
          <p:cNvSpPr/>
          <p:nvPr/>
        </p:nvSpPr>
        <p:spPr>
          <a:xfrm>
            <a:off x="525539" y="5160585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Objective: 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countries with the strongest foundation for sustainable business expansion. Attractiveness should be assessed using multiple indicators, not GDP alone.</a:t>
            </a:r>
            <a:endParaRPr lang="en-US" sz="1250" dirty="0"/>
          </a:p>
        </p:txBody>
      </p:sp>
      <p:sp>
        <p:nvSpPr>
          <p:cNvPr id="22" name="Shape 15"/>
          <p:cNvSpPr/>
          <p:nvPr/>
        </p:nvSpPr>
        <p:spPr>
          <a:xfrm>
            <a:off x="525539" y="5754945"/>
            <a:ext cx="11091672" cy="594360"/>
          </a:xfrm>
          <a:prstGeom prst="roundRect">
            <a:avLst>
              <a:gd name="adj" fmla="val 12308"/>
            </a:avLst>
          </a:prstGeom>
          <a:solidFill>
            <a:srgbClr val="16385A"/>
          </a:solidFill>
          <a:ln/>
        </p:spPr>
      </p:sp>
      <p:sp>
        <p:nvSpPr>
          <p:cNvPr id="23" name="Text 16"/>
          <p:cNvSpPr/>
          <p:nvPr/>
        </p:nvSpPr>
        <p:spPr>
          <a:xfrm>
            <a:off x="754139" y="5754945"/>
            <a:ext cx="106344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  </a:t>
            </a:r>
            <a:r>
              <a:rPr lang="en-US" sz="12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attractive markets combine scale, productivity, talent quality, and purchasing power.</a:t>
            </a:r>
            <a:endParaRPr lang="en-US" sz="1100" dirty="0"/>
          </a:p>
        </p:txBody>
      </p:sp>
      <p:sp>
        <p:nvSpPr>
          <p:cNvPr id="25" name="Text 18"/>
          <p:cNvSpPr/>
          <p:nvPr/>
        </p:nvSpPr>
        <p:spPr>
          <a:xfrm>
            <a:off x="11315459" y="6312729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Statement, Research Question, and Hypotheses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GDP alone is not enough for market selection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394960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A1F35">
                <a:alpha val="12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73736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17320" y="173736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868680" y="2331720"/>
            <a:ext cx="475488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Multinational firms need stronger screening criteria before entering new markets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 alone does not capture consumer power, workforce quality, or operating efficiency</a:t>
            </a:r>
            <a:endParaRPr lang="en-US" sz="13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question:</a:t>
            </a:r>
            <a:endParaRPr lang="en-US" sz="13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300" i="1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macroeconomic indicators best explain market attractiveness?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217920" y="1463040"/>
            <a:ext cx="5422392" cy="3246120"/>
          </a:xfrm>
          <a:prstGeom prst="roundRect">
            <a:avLst>
              <a:gd name="adj" fmla="val 2254"/>
            </a:avLst>
          </a:prstGeom>
          <a:solidFill>
            <a:srgbClr val="0F2A47"/>
          </a:solidFill>
          <a:ln/>
          <a:effectLst>
            <a:outerShdw blurRad="101600" dist="38100" dir="2700000" algn="bl" rotWithShape="0">
              <a:srgbClr val="0A1F35">
                <a:alpha val="12000"/>
              </a:srgbClr>
            </a:outerShdw>
          </a:effectLst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1737360"/>
            <a:ext cx="457200" cy="457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086600" y="173736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Hypotheses</a:t>
            </a:r>
            <a:endParaRPr lang="en-US" sz="1700" dirty="0"/>
          </a:p>
        </p:txBody>
      </p:sp>
      <p:sp>
        <p:nvSpPr>
          <p:cNvPr id="11" name="Shape 7"/>
          <p:cNvSpPr/>
          <p:nvPr/>
        </p:nvSpPr>
        <p:spPr>
          <a:xfrm>
            <a:off x="6537960" y="2331720"/>
            <a:ext cx="4828032" cy="1051560"/>
          </a:xfrm>
          <a:prstGeom prst="roundRect">
            <a:avLst>
              <a:gd name="adj" fmla="val 5217"/>
            </a:avLst>
          </a:prstGeom>
          <a:solidFill>
            <a:srgbClr val="12314F"/>
          </a:solidFill>
          <a:ln/>
        </p:spPr>
      </p:sp>
      <p:sp>
        <p:nvSpPr>
          <p:cNvPr id="12" name="Text 8"/>
          <p:cNvSpPr/>
          <p:nvPr/>
        </p:nvSpPr>
        <p:spPr>
          <a:xfrm>
            <a:off x="6720840" y="2423160"/>
            <a:ext cx="4480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H0  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no significant relationship between GDP and GDP per capita, human capital, labour productivity, investment rate, and total factor productivity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6537960" y="3520440"/>
            <a:ext cx="4828032" cy="1051560"/>
          </a:xfrm>
          <a:prstGeom prst="roundRect">
            <a:avLst>
              <a:gd name="adj" fmla="val 5217"/>
            </a:avLst>
          </a:prstGeom>
          <a:solidFill>
            <a:srgbClr val="1C7293"/>
          </a:solidFill>
          <a:ln/>
        </p:spPr>
      </p:sp>
      <p:sp>
        <p:nvSpPr>
          <p:cNvPr id="14" name="Text 10"/>
          <p:cNvSpPr/>
          <p:nvPr/>
        </p:nvSpPr>
        <p:spPr>
          <a:xfrm>
            <a:off x="6720840" y="3611880"/>
            <a:ext cx="4480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  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Countries with higher values on these indicators tend to achieve stronger economic performance and are more attractive for expansion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548640" y="5806440"/>
            <a:ext cx="11091672" cy="640080"/>
          </a:xfrm>
          <a:prstGeom prst="roundRect">
            <a:avLst>
              <a:gd name="adj" fmla="val 11429"/>
            </a:avLst>
          </a:prstGeom>
          <a:solidFill>
            <a:srgbClr val="FFF6E8"/>
          </a:solidFill>
          <a:ln/>
        </p:spPr>
      </p:sp>
      <p:sp>
        <p:nvSpPr>
          <p:cNvPr id="16" name="Text 12"/>
          <p:cNvSpPr/>
          <p:nvPr/>
        </p:nvSpPr>
        <p:spPr>
          <a:xfrm>
            <a:off x="777240" y="5806440"/>
            <a:ext cx="106344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  </a:t>
            </a:r>
            <a:r>
              <a:rPr lang="en-US" sz="1250" i="1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balanced KPI framework improves decision quality versus a size-only approach.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11338560" y="654710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Evidence and Key Patterns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visual analysis suggests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02920" y="1280160"/>
            <a:ext cx="6629400" cy="4069882"/>
          </a:xfrm>
          <a:prstGeom prst="roundRect">
            <a:avLst>
              <a:gd name="adj" fmla="val 1396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A1F35">
                <a:alpha val="12000"/>
              </a:srgbClr>
            </a:outerShdw>
          </a:effectLst>
        </p:spPr>
      </p:sp>
      <p:pic>
        <p:nvPicPr>
          <p:cNvPr id="5" name="Image 0" descr="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371600"/>
            <a:ext cx="6400800" cy="3746715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269480" y="123444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1C7293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88352" y="1353312"/>
            <a:ext cx="265176" cy="26517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909560" y="123444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Patterns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7315200" y="1828800"/>
            <a:ext cx="434340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China shows the strongest long-run growth acceleration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United States remains the overall scale leader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capital appears positively related to GDP outcomes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Labour productivity shows a strong positive relationship with GDP per capita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United States, Germany, and Australia stand out on average human capital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Nigeria appears to have the lowest average human capital among the compared countries</a:t>
            </a:r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IN" sz="1200" dirty="0"/>
              <a:t>India has the largest market scale but lower human capital (1.90) and labour productivity (~62.7) compared to developed economies.</a:t>
            </a:r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IN" sz="1200" dirty="0"/>
              <a:t>India offers strong long-term growth potential but carries higher near-term execution risk, requiring a multi-indicator assessment beyond GDP or population.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548640" y="5806440"/>
            <a:ext cx="11091672" cy="640080"/>
          </a:xfrm>
          <a:prstGeom prst="roundRect">
            <a:avLst>
              <a:gd name="adj" fmla="val 11429"/>
            </a:avLst>
          </a:prstGeom>
          <a:solidFill>
            <a:srgbClr val="FFF6E8"/>
          </a:solidFill>
          <a:ln/>
        </p:spPr>
      </p:sp>
      <p:sp>
        <p:nvSpPr>
          <p:cNvPr id="11" name="Text 7"/>
          <p:cNvSpPr/>
          <p:nvPr/>
        </p:nvSpPr>
        <p:spPr>
          <a:xfrm>
            <a:off x="777240" y="5806440"/>
            <a:ext cx="106344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  </a:t>
            </a:r>
            <a:r>
              <a:rPr lang="en-US" sz="1250" i="1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Sustainable market attractiveness is driven by a combination of size, productivity, and talent depth.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11338560" y="654710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Country Attractiveness Insights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countries appear strongest for expansion readiness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02920" y="1280160"/>
            <a:ext cx="5074920" cy="4389120"/>
          </a:xfrm>
          <a:prstGeom prst="roundRect">
            <a:avLst>
              <a:gd name="adj" fmla="val 1250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A1F35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4173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Human Capital by Country</a:t>
            </a:r>
            <a:endParaRPr lang="en-US" sz="13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685800" y="1783080"/>
          <a:ext cx="4709160" cy="3749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5806440" y="1280160"/>
            <a:ext cx="2926080" cy="1353312"/>
          </a:xfrm>
          <a:prstGeom prst="roundRect">
            <a:avLst>
              <a:gd name="adj" fmla="val 4730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A1F35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943600" y="1417320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0F2A47"/>
          </a:solidFill>
          <a:ln/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21324" y="1495044"/>
            <a:ext cx="228600" cy="2286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428232" y="138988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United States</a:t>
            </a:r>
            <a:endParaRPr lang="en-US" sz="1250" dirty="0"/>
          </a:p>
        </p:txBody>
      </p:sp>
      <p:sp>
        <p:nvSpPr>
          <p:cNvPr id="11" name="Text 7"/>
          <p:cNvSpPr/>
          <p:nvPr/>
        </p:nvSpPr>
        <p:spPr>
          <a:xfrm>
            <a:off x="5943600" y="1890722"/>
            <a:ext cx="2651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8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Strongest all-round profile: scale, productivity, human capital, and purchasing power</a:t>
            </a:r>
            <a:endParaRPr lang="en-US" sz="980" dirty="0"/>
          </a:p>
        </p:txBody>
      </p:sp>
      <p:sp>
        <p:nvSpPr>
          <p:cNvPr id="12" name="Shape 8"/>
          <p:cNvSpPr/>
          <p:nvPr/>
        </p:nvSpPr>
        <p:spPr>
          <a:xfrm>
            <a:off x="8897112" y="1280160"/>
            <a:ext cx="2926080" cy="1353312"/>
          </a:xfrm>
          <a:prstGeom prst="roundRect">
            <a:avLst>
              <a:gd name="adj" fmla="val 4730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A1F35">
                <a:alpha val="1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9034272" y="1417320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0F2A47"/>
          </a:solidFill>
          <a:ln/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11996" y="1495044"/>
            <a:ext cx="228600" cy="2286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9518904" y="138988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Germany</a:t>
            </a:r>
            <a:endParaRPr lang="en-US" sz="1250" dirty="0"/>
          </a:p>
        </p:txBody>
      </p:sp>
      <p:sp>
        <p:nvSpPr>
          <p:cNvPr id="16" name="Text 11"/>
          <p:cNvSpPr/>
          <p:nvPr/>
        </p:nvSpPr>
        <p:spPr>
          <a:xfrm>
            <a:off x="9034272" y="1882701"/>
            <a:ext cx="2651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8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Highly attractive due to strong human capital and productivity</a:t>
            </a:r>
            <a:endParaRPr lang="en-US" sz="980" dirty="0"/>
          </a:p>
        </p:txBody>
      </p:sp>
      <p:sp>
        <p:nvSpPr>
          <p:cNvPr id="17" name="Shape 12"/>
          <p:cNvSpPr/>
          <p:nvPr/>
        </p:nvSpPr>
        <p:spPr>
          <a:xfrm>
            <a:off x="5806440" y="2770632"/>
            <a:ext cx="2926080" cy="1353312"/>
          </a:xfrm>
          <a:prstGeom prst="roundRect">
            <a:avLst>
              <a:gd name="adj" fmla="val 4730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A1F35">
                <a:alpha val="12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5943600" y="2907792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0F2A47"/>
          </a:solidFill>
          <a:ln/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21324" y="2985516"/>
            <a:ext cx="228600" cy="22860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428232" y="28803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Australia</a:t>
            </a:r>
            <a:endParaRPr lang="en-US" sz="1250" dirty="0"/>
          </a:p>
        </p:txBody>
      </p:sp>
      <p:sp>
        <p:nvSpPr>
          <p:cNvPr id="21" name="Text 15"/>
          <p:cNvSpPr/>
          <p:nvPr/>
        </p:nvSpPr>
        <p:spPr>
          <a:xfrm>
            <a:off x="5943600" y="3397236"/>
            <a:ext cx="2651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8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Smaller scale but strong capability and high-value market profile</a:t>
            </a:r>
            <a:endParaRPr lang="en-US" sz="980" dirty="0"/>
          </a:p>
        </p:txBody>
      </p:sp>
      <p:sp>
        <p:nvSpPr>
          <p:cNvPr id="22" name="Shape 16"/>
          <p:cNvSpPr/>
          <p:nvPr/>
        </p:nvSpPr>
        <p:spPr>
          <a:xfrm>
            <a:off x="8897112" y="2770632"/>
            <a:ext cx="2926080" cy="1353312"/>
          </a:xfrm>
          <a:prstGeom prst="roundRect">
            <a:avLst>
              <a:gd name="adj" fmla="val 4730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A1F35">
                <a:alpha val="12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9034272" y="2907792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0F2A47"/>
          </a:solidFill>
          <a:ln/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11996" y="2985516"/>
            <a:ext cx="228600" cy="228600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9518904" y="28803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China</a:t>
            </a:r>
            <a:endParaRPr lang="en-US" sz="1250" dirty="0"/>
          </a:p>
        </p:txBody>
      </p:sp>
      <p:sp>
        <p:nvSpPr>
          <p:cNvPr id="26" name="Text 19"/>
          <p:cNvSpPr/>
          <p:nvPr/>
        </p:nvSpPr>
        <p:spPr>
          <a:xfrm>
            <a:off x="9034272" y="3373173"/>
            <a:ext cx="2651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8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Attractive for scale and growth; assess alongside productivity and capability</a:t>
            </a:r>
            <a:endParaRPr lang="en-US" sz="980" dirty="0"/>
          </a:p>
        </p:txBody>
      </p:sp>
      <p:sp>
        <p:nvSpPr>
          <p:cNvPr id="27" name="Shape 20"/>
          <p:cNvSpPr/>
          <p:nvPr/>
        </p:nvSpPr>
        <p:spPr>
          <a:xfrm>
            <a:off x="5806440" y="4261104"/>
            <a:ext cx="2926080" cy="1353312"/>
          </a:xfrm>
          <a:prstGeom prst="roundRect">
            <a:avLst>
              <a:gd name="adj" fmla="val 4730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A1F35">
                <a:alpha val="12000"/>
              </a:srgbClr>
            </a:outerShdw>
          </a:effectLst>
        </p:spPr>
      </p:sp>
      <p:sp>
        <p:nvSpPr>
          <p:cNvPr id="28" name="Shape 21"/>
          <p:cNvSpPr/>
          <p:nvPr/>
        </p:nvSpPr>
        <p:spPr>
          <a:xfrm>
            <a:off x="5943600" y="4398264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0F2A47"/>
          </a:solidFill>
          <a:ln/>
        </p:spPr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21324" y="4475988"/>
            <a:ext cx="228600" cy="228600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6428232" y="437083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</a:t>
            </a:r>
            <a:endParaRPr lang="en-US" sz="1250" dirty="0"/>
          </a:p>
        </p:txBody>
      </p:sp>
      <p:sp>
        <p:nvSpPr>
          <p:cNvPr id="31" name="Text 23"/>
          <p:cNvSpPr/>
          <p:nvPr/>
        </p:nvSpPr>
        <p:spPr>
          <a:xfrm>
            <a:off x="5943600" y="4879687"/>
            <a:ext cx="2651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8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 scale opportunity; lower per-capita and productivity signal near-term execution risk</a:t>
            </a:r>
            <a:endParaRPr lang="en-US" sz="980" dirty="0"/>
          </a:p>
        </p:txBody>
      </p:sp>
      <p:sp>
        <p:nvSpPr>
          <p:cNvPr id="32" name="Shape 24"/>
          <p:cNvSpPr/>
          <p:nvPr/>
        </p:nvSpPr>
        <p:spPr>
          <a:xfrm>
            <a:off x="8897112" y="4261104"/>
            <a:ext cx="2926080" cy="1353312"/>
          </a:xfrm>
          <a:prstGeom prst="roundRect">
            <a:avLst>
              <a:gd name="adj" fmla="val 4730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A1F35">
                <a:alpha val="12000"/>
              </a:srgbClr>
            </a:outerShdw>
          </a:effectLst>
        </p:spPr>
      </p:sp>
      <p:sp>
        <p:nvSpPr>
          <p:cNvPr id="33" name="Shape 25"/>
          <p:cNvSpPr/>
          <p:nvPr/>
        </p:nvSpPr>
        <p:spPr>
          <a:xfrm>
            <a:off x="9034272" y="4398264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0F2A47"/>
          </a:solidFill>
          <a:ln/>
        </p:spPr>
      </p:sp>
      <p:pic>
        <p:nvPicPr>
          <p:cNvPr id="34" name="Image 5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111996" y="4475988"/>
            <a:ext cx="228600" cy="228600"/>
          </a:xfrm>
          <a:prstGeom prst="rect">
            <a:avLst/>
          </a:prstGeom>
        </p:spPr>
      </p:pic>
      <p:sp>
        <p:nvSpPr>
          <p:cNvPr id="35" name="Text 26"/>
          <p:cNvSpPr/>
          <p:nvPr/>
        </p:nvSpPr>
        <p:spPr>
          <a:xfrm>
            <a:off x="9518904" y="437083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Nigeria</a:t>
            </a:r>
            <a:endParaRPr lang="en-US" sz="1250" dirty="0"/>
          </a:p>
        </p:txBody>
      </p:sp>
      <p:sp>
        <p:nvSpPr>
          <p:cNvPr id="36" name="Text 27"/>
          <p:cNvSpPr/>
          <p:nvPr/>
        </p:nvSpPr>
        <p:spPr>
          <a:xfrm>
            <a:off x="9034272" y="4879687"/>
            <a:ext cx="2651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8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 potential; weaker human capital signals higher market-entry complexity</a:t>
            </a:r>
            <a:endParaRPr lang="en-US" sz="980" dirty="0"/>
          </a:p>
        </p:txBody>
      </p:sp>
      <p:sp>
        <p:nvSpPr>
          <p:cNvPr id="37" name="Shape 28"/>
          <p:cNvSpPr/>
          <p:nvPr/>
        </p:nvSpPr>
        <p:spPr>
          <a:xfrm>
            <a:off x="548640" y="5806440"/>
            <a:ext cx="11091672" cy="640080"/>
          </a:xfrm>
          <a:prstGeom prst="roundRect">
            <a:avLst>
              <a:gd name="adj" fmla="val 11429"/>
            </a:avLst>
          </a:prstGeom>
          <a:solidFill>
            <a:srgbClr val="FFF6E8"/>
          </a:solidFill>
          <a:ln/>
        </p:spPr>
      </p:sp>
      <p:sp>
        <p:nvSpPr>
          <p:cNvPr id="38" name="Text 29"/>
          <p:cNvSpPr/>
          <p:nvPr/>
        </p:nvSpPr>
        <p:spPr>
          <a:xfrm>
            <a:off x="777240" y="5806440"/>
            <a:ext cx="106344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  </a:t>
            </a:r>
            <a:r>
              <a:rPr lang="en-US" sz="1250" i="1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Countries that perform well across multiple KPIs are more attractive than countries that are large on GDP alone.</a:t>
            </a:r>
            <a:endParaRPr lang="en-US" sz="1100" dirty="0"/>
          </a:p>
        </p:txBody>
      </p:sp>
      <p:sp>
        <p:nvSpPr>
          <p:cNvPr id="40" name="Text 31"/>
          <p:cNvSpPr/>
          <p:nvPr/>
        </p:nvSpPr>
        <p:spPr>
          <a:xfrm>
            <a:off x="11338560" y="654710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2A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3657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and Strategic Recommendation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89611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FA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Implications for market entry decisions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6309360" cy="566928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1572768"/>
            <a:ext cx="347472" cy="3474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88720" y="1463040"/>
            <a:ext cx="5577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observed patterns support H1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594360" y="2240280"/>
            <a:ext cx="61264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 is important, but insufficient as a standalone measure of market attractiveness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capital and labour productivity are especially important in identifying stronger expansion markets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 per capita adds a purchasing-power lens that sharpens market prioritization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48640" y="3977640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Recommended Screening Framework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48640" y="4434840"/>
            <a:ext cx="2011680" cy="384048"/>
          </a:xfrm>
          <a:prstGeom prst="roundRect">
            <a:avLst>
              <a:gd name="adj" fmla="val 50000"/>
            </a:avLst>
          </a:prstGeom>
          <a:solidFill>
            <a:srgbClr val="12314F"/>
          </a:solidFill>
          <a:ln/>
        </p:spPr>
      </p:sp>
      <p:sp>
        <p:nvSpPr>
          <p:cNvPr id="11" name="Text 8"/>
          <p:cNvSpPr/>
          <p:nvPr/>
        </p:nvSpPr>
        <p:spPr>
          <a:xfrm>
            <a:off x="548640" y="443484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scale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2697480" y="4434840"/>
            <a:ext cx="2011680" cy="384048"/>
          </a:xfrm>
          <a:prstGeom prst="roundRect">
            <a:avLst>
              <a:gd name="adj" fmla="val 50000"/>
            </a:avLst>
          </a:prstGeom>
          <a:solidFill>
            <a:srgbClr val="12314F"/>
          </a:solidFill>
          <a:ln/>
        </p:spPr>
      </p:sp>
      <p:sp>
        <p:nvSpPr>
          <p:cNvPr id="13" name="Text 10"/>
          <p:cNvSpPr/>
          <p:nvPr/>
        </p:nvSpPr>
        <p:spPr>
          <a:xfrm>
            <a:off x="2697480" y="443484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Purchasing power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4846320" y="4434840"/>
            <a:ext cx="2011680" cy="384048"/>
          </a:xfrm>
          <a:prstGeom prst="roundRect">
            <a:avLst>
              <a:gd name="adj" fmla="val 50000"/>
            </a:avLst>
          </a:prstGeom>
          <a:solidFill>
            <a:srgbClr val="12314F"/>
          </a:solidFill>
          <a:ln/>
        </p:spPr>
      </p:sp>
      <p:sp>
        <p:nvSpPr>
          <p:cNvPr id="15" name="Text 12"/>
          <p:cNvSpPr/>
          <p:nvPr/>
        </p:nvSpPr>
        <p:spPr>
          <a:xfrm>
            <a:off x="4846320" y="443484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capital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548640" y="4937760"/>
            <a:ext cx="2011680" cy="384048"/>
          </a:xfrm>
          <a:prstGeom prst="roundRect">
            <a:avLst>
              <a:gd name="adj" fmla="val 50000"/>
            </a:avLst>
          </a:prstGeom>
          <a:solidFill>
            <a:srgbClr val="12314F"/>
          </a:solidFill>
          <a:ln/>
        </p:spPr>
      </p:sp>
      <p:sp>
        <p:nvSpPr>
          <p:cNvPr id="17" name="Text 14"/>
          <p:cNvSpPr/>
          <p:nvPr/>
        </p:nvSpPr>
        <p:spPr>
          <a:xfrm>
            <a:off x="548640" y="493776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Labour productivity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2697480" y="4937760"/>
            <a:ext cx="2011680" cy="384048"/>
          </a:xfrm>
          <a:prstGeom prst="roundRect">
            <a:avLst>
              <a:gd name="adj" fmla="val 50000"/>
            </a:avLst>
          </a:prstGeom>
          <a:solidFill>
            <a:srgbClr val="12314F"/>
          </a:solidFill>
          <a:ln/>
        </p:spPr>
      </p:sp>
      <p:sp>
        <p:nvSpPr>
          <p:cNvPr id="19" name="Text 16"/>
          <p:cNvSpPr/>
          <p:nvPr/>
        </p:nvSpPr>
        <p:spPr>
          <a:xfrm>
            <a:off x="2697480" y="493776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 support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4846320" y="4937760"/>
            <a:ext cx="2011680" cy="384048"/>
          </a:xfrm>
          <a:prstGeom prst="roundRect">
            <a:avLst>
              <a:gd name="adj" fmla="val 50000"/>
            </a:avLst>
          </a:prstGeom>
          <a:solidFill>
            <a:srgbClr val="12314F"/>
          </a:solidFill>
          <a:ln/>
        </p:spPr>
      </p:sp>
      <p:sp>
        <p:nvSpPr>
          <p:cNvPr id="21" name="Text 18"/>
          <p:cNvSpPr/>
          <p:nvPr/>
        </p:nvSpPr>
        <p:spPr>
          <a:xfrm>
            <a:off x="4846320" y="493776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factor productivity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7022592" y="1508760"/>
            <a:ext cx="4480560" cy="3813048"/>
          </a:xfrm>
          <a:prstGeom prst="roundRect">
            <a:avLst>
              <a:gd name="adj" fmla="val 2133"/>
            </a:avLst>
          </a:prstGeom>
          <a:solidFill>
            <a:srgbClr val="12314F"/>
          </a:solidFill>
          <a:ln/>
          <a:effectLst>
            <a:outerShdw blurRad="101600" dist="38100" dir="2700000" algn="bl" rotWithShape="0">
              <a:srgbClr val="0A1F35">
                <a:alpha val="12000"/>
              </a:srgbClr>
            </a:outerShdw>
          </a:effectLst>
        </p:spPr>
      </p:sp>
      <p:sp>
        <p:nvSpPr>
          <p:cNvPr id="26" name="Shape 22"/>
          <p:cNvSpPr/>
          <p:nvPr/>
        </p:nvSpPr>
        <p:spPr>
          <a:xfrm>
            <a:off x="7357872" y="1819657"/>
            <a:ext cx="3931920" cy="0"/>
          </a:xfrm>
          <a:prstGeom prst="line">
            <a:avLst/>
          </a:prstGeom>
          <a:noFill/>
          <a:ln w="12700">
            <a:solidFill>
              <a:srgbClr val="2C4A68"/>
            </a:solidFill>
            <a:prstDash val="solid"/>
          </a:ln>
        </p:spPr>
      </p:sp>
      <p:pic>
        <p:nvPicPr>
          <p:cNvPr id="27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57872" y="1911919"/>
            <a:ext cx="384048" cy="384048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7842504" y="1954921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 Insight</a:t>
            </a:r>
            <a:endParaRPr lang="en-US" sz="1400" dirty="0"/>
          </a:p>
        </p:txBody>
      </p:sp>
      <p:sp>
        <p:nvSpPr>
          <p:cNvPr id="29" name="Text 24"/>
          <p:cNvSpPr/>
          <p:nvPr/>
        </p:nvSpPr>
        <p:spPr>
          <a:xfrm>
            <a:off x="7357872" y="2442438"/>
            <a:ext cx="3977640" cy="25958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IN" sz="12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Beyond GDP: </a:t>
            </a:r>
            <a:r>
              <a:rPr lang="en-IN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and productivity diverge sharply; relying solely on market size is risky.</a:t>
            </a:r>
          </a:p>
          <a:p>
            <a:endParaRPr lang="en-IN" sz="1250" dirty="0">
              <a:solidFill>
                <a:srgbClr val="CADCFC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IN" sz="12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Leverage Human Capital: </a:t>
            </a:r>
            <a:r>
              <a:rPr lang="en-IN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a stronger differentiator for structural health than GDP per capita.</a:t>
            </a:r>
          </a:p>
          <a:p>
            <a:endParaRPr lang="en-IN" sz="1250" dirty="0">
              <a:solidFill>
                <a:srgbClr val="CADCFC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IN" sz="12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Strategy to Structure</a:t>
            </a:r>
            <a:r>
              <a:rPr lang="en-IN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High-scale, low-productivity markets require phased entry rather than instant expansion.</a:t>
            </a:r>
          </a:p>
          <a:p>
            <a:endParaRPr lang="en-IN" sz="1250" dirty="0">
              <a:solidFill>
                <a:srgbClr val="CADCFC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IN" sz="12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Productivity for Timing</a:t>
            </a:r>
            <a:r>
              <a:rPr lang="en-IN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Productivity gains are a reliable leading indicator of rising purchasing power.</a:t>
            </a:r>
          </a:p>
          <a:p>
            <a:endParaRPr lang="en-IN" sz="1250" dirty="0">
              <a:solidFill>
                <a:srgbClr val="CADCFC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IN" sz="12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Scorecards Dictate How, Not Just If</a:t>
            </a:r>
            <a:r>
              <a:rPr lang="en-IN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A scorecard must reveal why a market is attractive to shape the right entry execution.</a:t>
            </a:r>
          </a:p>
          <a:p>
            <a:pPr marL="0" indent="0">
              <a:buNone/>
            </a:pPr>
            <a:endParaRPr lang="en-US" sz="1250" i="1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endParaRPr lang="en-US" sz="1250" dirty="0"/>
          </a:p>
        </p:txBody>
      </p:sp>
      <p:sp>
        <p:nvSpPr>
          <p:cNvPr id="31" name="Text 26"/>
          <p:cNvSpPr/>
          <p:nvPr/>
        </p:nvSpPr>
        <p:spPr>
          <a:xfrm>
            <a:off x="11338560" y="654710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613</Words>
  <Application>Microsoft Office PowerPoint</Application>
  <PresentationFormat>Widescreen</PresentationFormat>
  <Paragraphs>82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Market Attractiveness Analysis for Global Business Expansion</dc:title>
  <dc:subject>PptxGenJS Presentation</dc:subject>
  <dc:creator>Market Attractiveness Analysis</dc:creator>
  <cp:lastModifiedBy>Aayushi Ghosh</cp:lastModifiedBy>
  <cp:revision>1</cp:revision>
  <dcterms:created xsi:type="dcterms:W3CDTF">2026-07-03T12:33:52Z</dcterms:created>
  <dcterms:modified xsi:type="dcterms:W3CDTF">2026-07-03T13:44:22Z</dcterms:modified>
</cp:coreProperties>
</file>